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-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A085E-CB17-459D-9EAE-B96A2B269CB3}" type="datetimeFigureOut">
              <a:rPr lang="en-US" smtClean="0"/>
              <a:t>11-Jul-26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4EB16-C793-49D6-AC60-FE63454B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1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5C508-4F9A-4571-A2D3-D8A63F5DBACB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6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2CA2A-4FC4-42F6-9E2B-23DF1E4843DE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2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A1E0-D4AA-42CA-A921-06439DD35AF4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5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3244-D0AF-487F-9D51-8B72E8A5F619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ABC9-D628-4A09-B87E-F54219798248}" type="datetime1">
              <a:rPr lang="en-US" smtClean="0"/>
              <a:t>11-Jul-26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34C3-88FF-4A18-BA77-EA22B6B947D3}" type="datetime1">
              <a:rPr lang="en-US" smtClean="0"/>
              <a:t>11-Jul-26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9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065EB-4192-47A5-B776-1E694E8EA8D3}" type="datetime1">
              <a:rPr lang="en-US" smtClean="0"/>
              <a:t>11-Jul-26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8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EC4F-1279-4862-9404-F41F6F21C4B7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0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AA4B-F46F-4E24-841D-9B7FAA2729DE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9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A7ECB-9BC0-411D-B43D-86261846F735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8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391C-BC1B-4E2F-A785-130B36B4A45E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85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E8DC-250F-4E42-85F8-9E95A033C634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723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B5F4-9ADF-4138-8943-4FDBC9EE94D1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55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0C37-0D00-47A2-810D-CDDCF7D17F5F}" type="datetime1">
              <a:rPr lang="en-US" smtClean="0"/>
              <a:t>11-Jul-26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67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3EAA-F062-42EE-8A19-E5ED49A47E4A}" type="datetime1">
              <a:rPr lang="en-US" smtClean="0"/>
              <a:t>11-Jul-26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77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A045-E64C-407B-850C-07C22316DB6F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41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BAE2-ACCC-4CAB-9485-1A58930CBD2F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2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E727C-2263-4EAF-9869-326DC3934781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100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770" y="751668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Inventory Insights for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HimShakti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46633"/>
            <a:ext cx="4470935" cy="175260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sz="7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7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losses due to expiry and poor monitoring.</a:t>
            </a:r>
          </a:p>
          <a:p>
            <a:pPr marL="514350" indent="-514350" algn="l">
              <a:buFont typeface="+mj-lt"/>
              <a:buAutoNum type="arabicPeriod"/>
            </a:pPr>
            <a:r>
              <a:rPr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data-driven inventory decisions.</a:t>
            </a:r>
          </a:p>
          <a:p>
            <a:pPr marL="514350" indent="-514350" algn="l">
              <a:buFont typeface="+mj-lt"/>
              <a:buAutoNum type="arabicPeriod"/>
            </a:pPr>
            <a:r>
              <a:rPr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+ BI used to identify actionable insights.</a:t>
            </a:r>
            <a:endParaRPr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668594"/>
            <a:ext cx="0" cy="13602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6642"/>
            <a:ext cx="6049478" cy="1143000"/>
          </a:xfrm>
        </p:spPr>
        <p:txBody>
          <a:bodyPr>
            <a:noAutofit/>
          </a:bodyPr>
          <a:lstStyle/>
          <a:p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578" y="2281806"/>
            <a:ext cx="83645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HimShakti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Dataset</a:t>
            </a:r>
          </a:p>
          <a:p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  <a:p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Raw_Material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Entry_Date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Expiry_Date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Quantity_KG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		        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Remaining_Quantity_KG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Production_Date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Finished_Good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Shelf_Life_Days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inventory waste and improve planning.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668594"/>
            <a:ext cx="0" cy="6903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888" y="829734"/>
            <a:ext cx="4149119" cy="749299"/>
          </a:xfrm>
        </p:spPr>
        <p:txBody>
          <a:bodyPr>
            <a:normAutofit/>
          </a:bodyPr>
          <a:lstStyle/>
          <a:p>
            <a:r>
              <a:rPr sz="4300" dirty="0"/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747" y="2692400"/>
            <a:ext cx="7970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smtClean="0"/>
              <a:t>Finding</a:t>
            </a:r>
            <a:r>
              <a:rPr b="1" dirty="0"/>
              <a:t>:</a:t>
            </a:r>
          </a:p>
          <a:p>
            <a:r>
              <a:rPr dirty="0"/>
              <a:t>Some raw materials have much higher remaining inventory, indicating uneven utilization and possible expiry risk.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668594"/>
            <a:ext cx="0" cy="6903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80" y="860839"/>
            <a:ext cx="3378653" cy="716722"/>
          </a:xfrm>
        </p:spPr>
        <p:txBody>
          <a:bodyPr>
            <a:normAutofit/>
          </a:bodyPr>
          <a:lstStyle/>
          <a:p>
            <a:r>
              <a:rPr sz="4300" dirty="0"/>
              <a:t>So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80" y="5508262"/>
            <a:ext cx="7623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1200" dirty="0"/>
              <a:t>Excess stock increases expiry risk and storage cost. Monitoring inventory levels helps improve procurement, production planning, and operational efficiency.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668594"/>
            <a:ext cx="0" cy="6903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" t="34033" r="2686" b="28601"/>
          <a:stretch/>
        </p:blipFill>
        <p:spPr>
          <a:xfrm>
            <a:off x="457200" y="1551145"/>
            <a:ext cx="7924799" cy="17482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t="53786" r="19722" b="6543"/>
          <a:stretch/>
        </p:blipFill>
        <p:spPr>
          <a:xfrm>
            <a:off x="457200" y="3383585"/>
            <a:ext cx="7924799" cy="204046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1387" y="524935"/>
            <a:ext cx="7765321" cy="1326321"/>
          </a:xfrm>
        </p:spPr>
        <p:txBody>
          <a:bodyPr>
            <a:normAutofit/>
          </a:bodyPr>
          <a:lstStyle/>
          <a:p>
            <a:r>
              <a:rPr sz="4300" dirty="0" smtClean="0"/>
              <a:t>Recommendations</a:t>
            </a:r>
            <a:endParaRPr sz="43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2667000"/>
            <a:ext cx="7945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Enable expiry alerts.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Review inventory weekly.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Monitor KPIs using BI dashboards.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Optimize procurement based on inventory consumption.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668594"/>
            <a:ext cx="0" cy="6903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TBI-26100250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18</TotalTime>
  <Words>139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Bookman Old Style</vt:lpstr>
      <vt:lpstr>Calibri</vt:lpstr>
      <vt:lpstr>Rockwell</vt:lpstr>
      <vt:lpstr>Times New Roman</vt:lpstr>
      <vt:lpstr>Damask</vt:lpstr>
      <vt:lpstr>AI-Assisted Inventory Insights for HimShakti</vt:lpstr>
      <vt:lpstr>Dataset Overview</vt:lpstr>
      <vt:lpstr>Key Finding</vt:lpstr>
      <vt:lpstr>So What?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Inventory Insights for HimShakti</dc:title>
  <dc:subject/>
  <dc:creator>Abhay Tayal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2026-07-11T20:19:27Z</dcterms:modified>
  <cp:category/>
</cp:coreProperties>
</file>